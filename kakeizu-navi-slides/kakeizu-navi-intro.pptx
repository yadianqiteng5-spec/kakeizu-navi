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6A08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pic>
        <p:nvPicPr>
          <p:cNvPr id="4" name="Image 0" descr="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家系図Navi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68680" y="4526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相続・事業承継シミュレーター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家族構成を入力するだけで、法定相続分・相続税・遺留分をAIが自動診断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完全無料・登録不要・データ保存なし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こんなお悩みありませんか？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1060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COMMON CONCERNS ABOUT INHERITANCE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10512"/>
            <a:ext cx="594360" cy="594360"/>
          </a:xfrm>
          <a:prstGeom prst="ellipse">
            <a:avLst/>
          </a:prstGeom>
          <a:solidFill>
            <a:srgbClr val="F5FB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174650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相続税がいくらかかるか分からない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2130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基礎控除や速算表を調べても、自分の家のケースで計算するのは大変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61488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971800"/>
            <a:ext cx="594360" cy="594360"/>
          </a:xfrm>
          <a:prstGeom prst="ellipse">
            <a:avLst/>
          </a:prstGeom>
          <a:solidFill>
            <a:srgbClr val="F5FBF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29077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誰がどれだけ相続するのか不明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28800" y="3291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法定相続分のルールは複雑。代襲・養子・半血兄弟で変わる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22776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133088"/>
            <a:ext cx="594360" cy="594360"/>
          </a:xfrm>
          <a:prstGeom prst="ellipse">
            <a:avLst/>
          </a:prstGeom>
          <a:solidFill>
            <a:srgbClr val="F5FBF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33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40690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事業承継で自社株が分散しそう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28800" y="445312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後継者に経営権を集約できるか不安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084064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5294376"/>
            <a:ext cx="594360" cy="594360"/>
          </a:xfrm>
          <a:prstGeom prst="ellipse">
            <a:avLst/>
          </a:prstGeom>
          <a:solidFill>
            <a:srgbClr val="F5FBF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2943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828800" y="523036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何から手をつければいいか分からない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828800" y="561441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遺言書・生前贈与・専門家相談…順番が分からない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家系図Navi｜相続・事業承継シミュレーター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6A08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家系図Naviが、すべて解決します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家族構成を入力するだけ。あとはAIが自動で診断レポートを作成。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834640"/>
            <a:ext cx="31546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48840" y="3154680"/>
            <a:ext cx="868680" cy="868680"/>
          </a:xfrm>
          <a:prstGeom prst="ellipse">
            <a:avLst/>
          </a:prstGeom>
          <a:solidFill>
            <a:srgbClr val="F5FBF6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3154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43000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民法・相続税法に準拠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4754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条文に基づく正確な計算ロジック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2834640"/>
            <a:ext cx="31546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3154680"/>
            <a:ext cx="868680" cy="868680"/>
          </a:xfrm>
          <a:prstGeom prst="ellipse">
            <a:avLst/>
          </a:prstGeom>
          <a:solidFill>
            <a:srgbClr val="F5FBF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3154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国税庁公表値と一致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754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速算表8段階を厳密実装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834640"/>
            <a:ext cx="31546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89720" y="3154680"/>
            <a:ext cx="868680" cy="868680"/>
          </a:xfrm>
          <a:prstGeom prst="ellipse">
            <a:avLst/>
          </a:prstGeom>
          <a:solidFill>
            <a:srgbClr val="F5FB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3154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183880" y="4160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ゼロ・リテンション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47548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入力データは一切保存しない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家系図Navi｜相続・事業承継シミュレーター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主な機能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1060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0868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0868" y="160020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40868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32308" y="2514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法定相続分の計算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2308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代襲・半血・養子も対応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5508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5508" y="160020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75508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💴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66948" y="2514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相続税の概算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66948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国税庁速算表で精密計算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0148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0148" y="160020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0148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⚖️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1588" y="2514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遺留分の計算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01588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民法1042条に準拠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4788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4788" y="160020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9044788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🏢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36228" y="25146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事業承継リスク診断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36228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自社株分散を警告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0868" y="37490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0868" y="374904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540868" y="4005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🏠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32308" y="4663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小規模宅地等の特例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2308" y="5120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最大80%評価減を試算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75508" y="37490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75508" y="374904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3375508" y="4005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🔄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3466948" y="4663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二次相続シミュレーション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466948" y="5120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配偶者控除の最適化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0148" y="37490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0148" y="374904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6210148" y="4005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🎁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301588" y="4663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生前贈与の比較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301588" y="5120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暦年 vs 相続時精算課税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44788" y="374904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44788" y="374904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2" name="Text 40"/>
          <p:cNvSpPr/>
          <p:nvPr/>
        </p:nvSpPr>
        <p:spPr>
          <a:xfrm>
            <a:off x="9044788" y="4005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📜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9136228" y="4663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遺言書ドラフト生成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136228" y="5120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AIが雛形を作成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家系図Navi｜相続・事業承継シミュレーター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使い方はかんたん3ステップ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1060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48840" y="242316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家族構成を入力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931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テキスト・画像・音声から家族関係を入力。デモ事例集からワンクリックでも可。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7BC62"/>
                </a:solidFill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26280" y="21031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242316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AIが自動で計算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931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法定相続分・相続税・遺留分・事業承継リスクを瞬時に算出し可視化。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3383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7BC62"/>
                </a:solidFill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229600" y="21031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55480" y="242316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結果を確認・PDF出力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49640" y="39319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診断レポートを確認し、PDFで保存。専門家相談の資料としても活用。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家系図Navi｜相続・事業承継シミュレーター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16A08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1887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国税庁公表値と一致する計算精度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060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PROVEN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31546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148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配偶者+子2人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3063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630万円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4300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厳密一致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31546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148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2億円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配偶者+子2人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063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2,700万円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厳密一致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1546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2148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5億円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配偶者+子3人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3063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1億1,924万円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18388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厳密一致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4572000"/>
            <a:ext cx="101498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57200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39ケースの自動テスト</a:t>
            </a:r>
            <a:pPr algn="l" indent="0" marL="0">
              <a:buNone/>
            </a:pPr>
            <a:r>
              <a:rPr lang="en-US" sz="1500" dirty="0">
                <a:solidFill>
                  <a:srgbClr val="CFE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に全通過。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Actions</a:t>
            </a:r>
            <a:pPr algn="l" indent="0" marL="0">
              <a:buNone/>
            </a:pPr>
            <a:r>
              <a:rPr lang="en-US" sz="1500" dirty="0">
                <a:solidFill>
                  <a:srgbClr val="CFE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で毎回・月次で精度を自動検証しています。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家系図Navi｜相続・事業承継シミュレーター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安心して使える設計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1060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PRIVACY &amp; SAFETY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116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ゼロ・リテンション設計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3134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家族構成・資産・音声などの個人情報は、ブラウザのセッション内のみで処理。サーバーには一切保存されません。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42900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AI学習にも不使用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37307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AI解析データはモデルの学習に利用されない設定で運用。閉じれば完全消去。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D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8463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弁護士法72条に配慮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51480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特定事案の法律事務は行わない設計。一般的な情報提供に徹し、専門家相談を促します。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家系図Navi｜相続・事業承継シミュレーター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学べるコンテンツも充実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10607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RICH LEARNING RESOURCES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2560320" cy="1097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解説記事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相続税・遺留分・事業承継・遺言書など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011680"/>
            <a:ext cx="2560320" cy="1097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331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356616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ケーススタディ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あなたの家はどのパターン？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11680"/>
            <a:ext cx="2560320" cy="1097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331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630936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用語集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専門用語をやさしく解説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0" y="2011680"/>
            <a:ext cx="2560320" cy="1097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2331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905256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早見表＋計算ツール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数字をすぐ確認・その場で試算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6A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相続の「分からない」を、調べる前に解決できます。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家系図Navi｜相続・事業承継シミュレーター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6A08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pic>
        <p:nvPicPr>
          <p:cNvPr id="4" name="Image 0" descr="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10058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今すぐ無料で試す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登録不要・完全無料。家族構成を入力するだけで、あなたの家の相続がわかります。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441448" y="4526280"/>
            <a:ext cx="7315200" cy="77724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532888" y="45262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kakeizu-navi-3joa5l78sjkams2axwbxix.streamlit.app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🌳 家系図Navi ｜ ○○Naviシリーズ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家系図Navi 紹介スライド</dc:title>
  <dc:subject>PptxGenJS Presentation</dc:subject>
  <dc:creator>DrumNavi</dc:creator>
  <cp:lastModifiedBy>DrumNavi</cp:lastModifiedBy>
  <cp:revision>1</cp:revision>
  <dcterms:created xsi:type="dcterms:W3CDTF">2026-05-31T06:55:06Z</dcterms:created>
  <dcterms:modified xsi:type="dcterms:W3CDTF">2026-05-31T06:55:06Z</dcterms:modified>
</cp:coreProperties>
</file>